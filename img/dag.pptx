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4065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2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DC"/>
    <a:srgbClr val="E6FFE0"/>
    <a:srgbClr val="E5FFDF"/>
    <a:srgbClr val="E2FDDC"/>
    <a:srgbClr val="F2F2F2"/>
    <a:srgbClr val="BFBFBF"/>
    <a:srgbClr val="C1E5F5"/>
    <a:srgbClr val="156082"/>
    <a:srgbClr val="FBE3D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/>
    <p:restoredTop sz="94630"/>
  </p:normalViewPr>
  <p:slideViewPr>
    <p:cSldViewPr snapToGrid="0">
      <p:cViewPr varScale="1">
        <p:scale>
          <a:sx n="120" d="100"/>
          <a:sy n="120" d="100"/>
        </p:scale>
        <p:origin x="1864" y="176"/>
      </p:cViewPr>
      <p:guideLst>
        <p:guide orient="horz" pos="2041"/>
        <p:guide pos="2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549" y="1060529"/>
            <a:ext cx="6579553" cy="2256061"/>
          </a:xfrm>
        </p:spPr>
        <p:txBody>
          <a:bodyPr anchor="b"/>
          <a:lstStyle>
            <a:lvl1pPr algn="ctr">
              <a:defRPr sz="50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581" y="3403592"/>
            <a:ext cx="5805488" cy="1564542"/>
          </a:xfrm>
        </p:spPr>
        <p:txBody>
          <a:bodyPr/>
          <a:lstStyle>
            <a:lvl1pPr marL="0" indent="0" algn="ctr">
              <a:buNone/>
              <a:defRPr sz="2032"/>
            </a:lvl1pPr>
            <a:lvl2pPr marL="387020" indent="0" algn="ctr">
              <a:buNone/>
              <a:defRPr sz="1693"/>
            </a:lvl2pPr>
            <a:lvl3pPr marL="774040" indent="0" algn="ctr">
              <a:buNone/>
              <a:defRPr sz="1524"/>
            </a:lvl3pPr>
            <a:lvl4pPr marL="1161059" indent="0" algn="ctr">
              <a:buNone/>
              <a:defRPr sz="1354"/>
            </a:lvl4pPr>
            <a:lvl5pPr marL="1548079" indent="0" algn="ctr">
              <a:buNone/>
              <a:defRPr sz="1354"/>
            </a:lvl5pPr>
            <a:lvl6pPr marL="1935099" indent="0" algn="ctr">
              <a:buNone/>
              <a:defRPr sz="1354"/>
            </a:lvl6pPr>
            <a:lvl7pPr marL="2322119" indent="0" algn="ctr">
              <a:buNone/>
              <a:defRPr sz="1354"/>
            </a:lvl7pPr>
            <a:lvl8pPr marL="2709139" indent="0" algn="ctr">
              <a:buNone/>
              <a:defRPr sz="1354"/>
            </a:lvl8pPr>
            <a:lvl9pPr marL="3096158" indent="0" algn="ctr">
              <a:buNone/>
              <a:defRPr sz="135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5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8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38" y="1615546"/>
            <a:ext cx="6676311" cy="2695572"/>
          </a:xfrm>
        </p:spPr>
        <p:txBody>
          <a:bodyPr anchor="b"/>
          <a:lstStyle>
            <a:lvl1pPr>
              <a:defRPr sz="50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38" y="4336619"/>
            <a:ext cx="6676311" cy="1417538"/>
          </a:xfrm>
        </p:spPr>
        <p:txBody>
          <a:bodyPr/>
          <a:lstStyle>
            <a:lvl1pPr marL="0" indent="0">
              <a:buNone/>
              <a:defRPr sz="2032">
                <a:solidFill>
                  <a:schemeClr val="tx1">
                    <a:tint val="82000"/>
                  </a:schemeClr>
                </a:solidFill>
              </a:defRPr>
            </a:lvl1pPr>
            <a:lvl2pPr marL="387020" indent="0">
              <a:buNone/>
              <a:defRPr sz="1693">
                <a:solidFill>
                  <a:schemeClr val="tx1">
                    <a:tint val="82000"/>
                  </a:schemeClr>
                </a:solidFill>
              </a:defRPr>
            </a:lvl2pPr>
            <a:lvl3pPr marL="774040" indent="0">
              <a:buNone/>
              <a:defRPr sz="1524">
                <a:solidFill>
                  <a:schemeClr val="tx1">
                    <a:tint val="82000"/>
                  </a:schemeClr>
                </a:solidFill>
              </a:defRPr>
            </a:lvl3pPr>
            <a:lvl4pPr marL="116105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4pPr>
            <a:lvl5pPr marL="154807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5pPr>
            <a:lvl6pPr marL="193509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6pPr>
            <a:lvl7pPr marL="232211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7pPr>
            <a:lvl8pPr marL="270913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8pPr>
            <a:lvl9pPr marL="3096158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8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2170" y="1725046"/>
            <a:ext cx="3289776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18704" y="1725046"/>
            <a:ext cx="3289776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345011"/>
            <a:ext cx="6676311" cy="1252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179" y="1588543"/>
            <a:ext cx="3274657" cy="778521"/>
          </a:xfrm>
        </p:spPr>
        <p:txBody>
          <a:bodyPr anchor="b"/>
          <a:lstStyle>
            <a:lvl1pPr marL="0" indent="0">
              <a:buNone/>
              <a:defRPr sz="2032" b="1"/>
            </a:lvl1pPr>
            <a:lvl2pPr marL="387020" indent="0">
              <a:buNone/>
              <a:defRPr sz="1693" b="1"/>
            </a:lvl2pPr>
            <a:lvl3pPr marL="774040" indent="0">
              <a:buNone/>
              <a:defRPr sz="1524" b="1"/>
            </a:lvl3pPr>
            <a:lvl4pPr marL="1161059" indent="0">
              <a:buNone/>
              <a:defRPr sz="1354" b="1"/>
            </a:lvl4pPr>
            <a:lvl5pPr marL="1548079" indent="0">
              <a:buNone/>
              <a:defRPr sz="1354" b="1"/>
            </a:lvl5pPr>
            <a:lvl6pPr marL="1935099" indent="0">
              <a:buNone/>
              <a:defRPr sz="1354" b="1"/>
            </a:lvl6pPr>
            <a:lvl7pPr marL="2322119" indent="0">
              <a:buNone/>
              <a:defRPr sz="1354" b="1"/>
            </a:lvl7pPr>
            <a:lvl8pPr marL="2709139" indent="0">
              <a:buNone/>
              <a:defRPr sz="1354" b="1"/>
            </a:lvl8pPr>
            <a:lvl9pPr marL="3096158" indent="0">
              <a:buNone/>
              <a:defRPr sz="135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179" y="2367064"/>
            <a:ext cx="3274657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18705" y="1588543"/>
            <a:ext cx="3290784" cy="778521"/>
          </a:xfrm>
        </p:spPr>
        <p:txBody>
          <a:bodyPr anchor="b"/>
          <a:lstStyle>
            <a:lvl1pPr marL="0" indent="0">
              <a:buNone/>
              <a:defRPr sz="2032" b="1"/>
            </a:lvl1pPr>
            <a:lvl2pPr marL="387020" indent="0">
              <a:buNone/>
              <a:defRPr sz="1693" b="1"/>
            </a:lvl2pPr>
            <a:lvl3pPr marL="774040" indent="0">
              <a:buNone/>
              <a:defRPr sz="1524" b="1"/>
            </a:lvl3pPr>
            <a:lvl4pPr marL="1161059" indent="0">
              <a:buNone/>
              <a:defRPr sz="1354" b="1"/>
            </a:lvl4pPr>
            <a:lvl5pPr marL="1548079" indent="0">
              <a:buNone/>
              <a:defRPr sz="1354" b="1"/>
            </a:lvl5pPr>
            <a:lvl6pPr marL="1935099" indent="0">
              <a:buNone/>
              <a:defRPr sz="1354" b="1"/>
            </a:lvl6pPr>
            <a:lvl7pPr marL="2322119" indent="0">
              <a:buNone/>
              <a:defRPr sz="1354" b="1"/>
            </a:lvl7pPr>
            <a:lvl8pPr marL="2709139" indent="0">
              <a:buNone/>
              <a:defRPr sz="1354" b="1"/>
            </a:lvl8pPr>
            <a:lvl9pPr marL="3096158" indent="0">
              <a:buNone/>
              <a:defRPr sz="135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18705" y="2367064"/>
            <a:ext cx="3290784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40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92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0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432012"/>
            <a:ext cx="2496561" cy="1512041"/>
          </a:xfrm>
        </p:spPr>
        <p:txBody>
          <a:bodyPr anchor="b"/>
          <a:lstStyle>
            <a:lvl1pPr>
              <a:defRPr sz="2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0784" y="933027"/>
            <a:ext cx="3918704" cy="4605124"/>
          </a:xfrm>
        </p:spPr>
        <p:txBody>
          <a:bodyPr/>
          <a:lstStyle>
            <a:lvl1pPr>
              <a:defRPr sz="2709"/>
            </a:lvl1pPr>
            <a:lvl2pPr>
              <a:defRPr sz="2370"/>
            </a:lvl2pPr>
            <a:lvl3pPr>
              <a:defRPr sz="2032"/>
            </a:lvl3pPr>
            <a:lvl4pPr>
              <a:defRPr sz="1693"/>
            </a:lvl4pPr>
            <a:lvl5pPr>
              <a:defRPr sz="1693"/>
            </a:lvl5pPr>
            <a:lvl6pPr>
              <a:defRPr sz="1693"/>
            </a:lvl6pPr>
            <a:lvl7pPr>
              <a:defRPr sz="1693"/>
            </a:lvl7pPr>
            <a:lvl8pPr>
              <a:defRPr sz="1693"/>
            </a:lvl8pPr>
            <a:lvl9pPr>
              <a:defRPr sz="169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944052"/>
            <a:ext cx="2496561" cy="3601598"/>
          </a:xfrm>
        </p:spPr>
        <p:txBody>
          <a:bodyPr/>
          <a:lstStyle>
            <a:lvl1pPr marL="0" indent="0">
              <a:buNone/>
              <a:defRPr sz="1354"/>
            </a:lvl1pPr>
            <a:lvl2pPr marL="387020" indent="0">
              <a:buNone/>
              <a:defRPr sz="1185"/>
            </a:lvl2pPr>
            <a:lvl3pPr marL="774040" indent="0">
              <a:buNone/>
              <a:defRPr sz="1016"/>
            </a:lvl3pPr>
            <a:lvl4pPr marL="1161059" indent="0">
              <a:buNone/>
              <a:defRPr sz="847"/>
            </a:lvl4pPr>
            <a:lvl5pPr marL="1548079" indent="0">
              <a:buNone/>
              <a:defRPr sz="847"/>
            </a:lvl5pPr>
            <a:lvl6pPr marL="1935099" indent="0">
              <a:buNone/>
              <a:defRPr sz="847"/>
            </a:lvl6pPr>
            <a:lvl7pPr marL="2322119" indent="0">
              <a:buNone/>
              <a:defRPr sz="847"/>
            </a:lvl7pPr>
            <a:lvl8pPr marL="2709139" indent="0">
              <a:buNone/>
              <a:defRPr sz="847"/>
            </a:lvl8pPr>
            <a:lvl9pPr marL="3096158" indent="0">
              <a:buNone/>
              <a:defRPr sz="8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432012"/>
            <a:ext cx="2496561" cy="1512041"/>
          </a:xfrm>
        </p:spPr>
        <p:txBody>
          <a:bodyPr anchor="b"/>
          <a:lstStyle>
            <a:lvl1pPr>
              <a:defRPr sz="2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90784" y="933027"/>
            <a:ext cx="3918704" cy="4605124"/>
          </a:xfrm>
        </p:spPr>
        <p:txBody>
          <a:bodyPr anchor="t"/>
          <a:lstStyle>
            <a:lvl1pPr marL="0" indent="0">
              <a:buNone/>
              <a:defRPr sz="2709"/>
            </a:lvl1pPr>
            <a:lvl2pPr marL="387020" indent="0">
              <a:buNone/>
              <a:defRPr sz="2370"/>
            </a:lvl2pPr>
            <a:lvl3pPr marL="774040" indent="0">
              <a:buNone/>
              <a:defRPr sz="2032"/>
            </a:lvl3pPr>
            <a:lvl4pPr marL="1161059" indent="0">
              <a:buNone/>
              <a:defRPr sz="1693"/>
            </a:lvl4pPr>
            <a:lvl5pPr marL="1548079" indent="0">
              <a:buNone/>
              <a:defRPr sz="1693"/>
            </a:lvl5pPr>
            <a:lvl6pPr marL="1935099" indent="0">
              <a:buNone/>
              <a:defRPr sz="1693"/>
            </a:lvl6pPr>
            <a:lvl7pPr marL="2322119" indent="0">
              <a:buNone/>
              <a:defRPr sz="1693"/>
            </a:lvl7pPr>
            <a:lvl8pPr marL="2709139" indent="0">
              <a:buNone/>
              <a:defRPr sz="1693"/>
            </a:lvl8pPr>
            <a:lvl9pPr marL="3096158" indent="0">
              <a:buNone/>
              <a:defRPr sz="169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944052"/>
            <a:ext cx="2496561" cy="3601598"/>
          </a:xfrm>
        </p:spPr>
        <p:txBody>
          <a:bodyPr/>
          <a:lstStyle>
            <a:lvl1pPr marL="0" indent="0">
              <a:buNone/>
              <a:defRPr sz="1354"/>
            </a:lvl1pPr>
            <a:lvl2pPr marL="387020" indent="0">
              <a:buNone/>
              <a:defRPr sz="1185"/>
            </a:lvl2pPr>
            <a:lvl3pPr marL="774040" indent="0">
              <a:buNone/>
              <a:defRPr sz="1016"/>
            </a:lvl3pPr>
            <a:lvl4pPr marL="1161059" indent="0">
              <a:buNone/>
              <a:defRPr sz="847"/>
            </a:lvl4pPr>
            <a:lvl5pPr marL="1548079" indent="0">
              <a:buNone/>
              <a:defRPr sz="847"/>
            </a:lvl5pPr>
            <a:lvl6pPr marL="1935099" indent="0">
              <a:buNone/>
              <a:defRPr sz="847"/>
            </a:lvl6pPr>
            <a:lvl7pPr marL="2322119" indent="0">
              <a:buNone/>
              <a:defRPr sz="847"/>
            </a:lvl7pPr>
            <a:lvl8pPr marL="2709139" indent="0">
              <a:buNone/>
              <a:defRPr sz="847"/>
            </a:lvl8pPr>
            <a:lvl9pPr marL="3096158" indent="0">
              <a:buNone/>
              <a:defRPr sz="8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4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5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9403" y="345009"/>
            <a:ext cx="1669078" cy="549164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2170" y="345009"/>
            <a:ext cx="4910475" cy="549164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0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170" y="345011"/>
            <a:ext cx="667631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170" y="1725046"/>
            <a:ext cx="667631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170" y="6006164"/>
            <a:ext cx="174164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29664-E51F-9D43-AC1D-89266E3D84E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64091" y="6006164"/>
            <a:ext cx="261246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6834" y="6006164"/>
            <a:ext cx="174164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6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4040" rtl="0" eaLnBrk="1" latinLnBrk="0" hangingPunct="1">
        <a:lnSpc>
          <a:spcPct val="90000"/>
        </a:lnSpc>
        <a:spcBef>
          <a:spcPct val="0"/>
        </a:spcBef>
        <a:buNone/>
        <a:defRPr sz="37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510" indent="-193510" algn="l" defTabSz="774040" rtl="0" eaLnBrk="1" latinLnBrk="0" hangingPunct="1">
        <a:lnSpc>
          <a:spcPct val="90000"/>
        </a:lnSpc>
        <a:spcBef>
          <a:spcPts val="847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1pPr>
      <a:lvl2pPr marL="580530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2032" kern="1200">
          <a:solidFill>
            <a:schemeClr val="tx1"/>
          </a:solidFill>
          <a:latin typeface="+mn-lt"/>
          <a:ea typeface="+mn-ea"/>
          <a:cs typeface="+mn-cs"/>
        </a:defRPr>
      </a:lvl2pPr>
      <a:lvl3pPr marL="967550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35456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4pPr>
      <a:lvl5pPr marL="174158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5pPr>
      <a:lvl6pPr marL="212860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6pPr>
      <a:lvl7pPr marL="251562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7pPr>
      <a:lvl8pPr marL="290264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8pPr>
      <a:lvl9pPr marL="3289668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1pPr>
      <a:lvl2pPr marL="38702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2pPr>
      <a:lvl3pPr marL="77404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3pPr>
      <a:lvl4pPr marL="116105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4pPr>
      <a:lvl5pPr marL="154807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5pPr>
      <a:lvl6pPr marL="193509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6pPr>
      <a:lvl7pPr marL="232211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7pPr>
      <a:lvl8pPr marL="270913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8pPr>
      <a:lvl9pPr marL="3096158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F4587566-7B43-F596-0057-AB58958980EB}"/>
              </a:ext>
            </a:extLst>
          </p:cNvPr>
          <p:cNvSpPr/>
          <p:nvPr/>
        </p:nvSpPr>
        <p:spPr>
          <a:xfrm>
            <a:off x="385467" y="3955314"/>
            <a:ext cx="6969716" cy="2280318"/>
          </a:xfrm>
          <a:prstGeom prst="roundRect">
            <a:avLst/>
          </a:prstGeom>
          <a:solidFill>
            <a:srgbClr val="E6FFE0">
              <a:alpha val="60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6066FA55-D12E-3711-CFF1-E51BB6C27980}"/>
              </a:ext>
            </a:extLst>
          </p:cNvPr>
          <p:cNvSpPr/>
          <p:nvPr/>
        </p:nvSpPr>
        <p:spPr>
          <a:xfrm>
            <a:off x="385467" y="233911"/>
            <a:ext cx="6969716" cy="2279024"/>
          </a:xfrm>
          <a:prstGeom prst="roundRect">
            <a:avLst/>
          </a:prstGeom>
          <a:solidFill>
            <a:srgbClr val="FFE9DC">
              <a:alpha val="60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6AE3961F-CAD8-9BE6-59AF-673182CAA703}"/>
              </a:ext>
            </a:extLst>
          </p:cNvPr>
          <p:cNvSpPr/>
          <p:nvPr/>
        </p:nvSpPr>
        <p:spPr>
          <a:xfrm>
            <a:off x="3011724" y="2871056"/>
            <a:ext cx="1717202" cy="726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Egalitarianism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0745D45A-33CD-5A4C-9A71-D0395270B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29406" y="-2014618"/>
            <a:ext cx="45719" cy="4571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149DFF-C107-ADAD-63B5-9518F57ECA63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644944" y="4658631"/>
            <a:ext cx="2451600" cy="0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9D906A4-DDE3-96FC-2AAF-F82B6D660617}"/>
              </a:ext>
            </a:extLst>
          </p:cNvPr>
          <p:cNvSpPr/>
          <p:nvPr/>
        </p:nvSpPr>
        <p:spPr>
          <a:xfrm>
            <a:off x="3011724" y="5401344"/>
            <a:ext cx="1717202" cy="7261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Climate variability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212455-BCE2-649D-5FBD-069FA7C71C8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728926" y="5026687"/>
            <a:ext cx="909055" cy="737726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C19DFB-1D81-246B-2C8E-732869AC86A9}"/>
              </a:ext>
            </a:extLst>
          </p:cNvPr>
          <p:cNvCxnSpPr>
            <a:cxnSpLocks/>
            <a:stCxn id="3" idx="0"/>
            <a:endCxn id="220" idx="2"/>
          </p:cNvCxnSpPr>
          <p:nvPr/>
        </p:nvCxnSpPr>
        <p:spPr>
          <a:xfrm flipV="1">
            <a:off x="3870325" y="3597193"/>
            <a:ext cx="0" cy="1804151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9822808-BC73-0ED6-A259-41438EFFE1D6}"/>
              </a:ext>
            </a:extLst>
          </p:cNvPr>
          <p:cNvSpPr/>
          <p:nvPr/>
        </p:nvSpPr>
        <p:spPr>
          <a:xfrm>
            <a:off x="3011724" y="373960"/>
            <a:ext cx="1717202" cy="726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Political violence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34B276B-3180-4905-7242-0B68D2C075CB}"/>
              </a:ext>
            </a:extLst>
          </p:cNvPr>
          <p:cNvCxnSpPr>
            <a:cxnSpLocks/>
            <a:stCxn id="52" idx="2"/>
            <a:endCxn id="220" idx="0"/>
          </p:cNvCxnSpPr>
          <p:nvPr/>
        </p:nvCxnSpPr>
        <p:spPr>
          <a:xfrm>
            <a:off x="3870325" y="1100097"/>
            <a:ext cx="0" cy="1770959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FA8A2DF-7814-1EE3-C4AE-6C6FB91C4BCF}"/>
              </a:ext>
            </a:extLst>
          </p:cNvPr>
          <p:cNvCxnSpPr>
            <a:cxnSpLocks/>
          </p:cNvCxnSpPr>
          <p:nvPr/>
        </p:nvCxnSpPr>
        <p:spPr>
          <a:xfrm flipH="1">
            <a:off x="4728926" y="2108634"/>
            <a:ext cx="970125" cy="762422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1E8AD3F-C6E9-415B-0C8A-B9712681EB14}"/>
              </a:ext>
            </a:extLst>
          </p:cNvPr>
          <p:cNvCxnSpPr>
            <a:cxnSpLocks/>
          </p:cNvCxnSpPr>
          <p:nvPr/>
        </p:nvCxnSpPr>
        <p:spPr>
          <a:xfrm>
            <a:off x="2043631" y="2108634"/>
            <a:ext cx="970125" cy="762422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3CEE6B8-695D-5A3A-B145-9F31BDE4E607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1892595" y="737029"/>
            <a:ext cx="1119129" cy="777966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7D6148E-F2F6-77CC-A476-0BCCA89F964C}"/>
              </a:ext>
            </a:extLst>
          </p:cNvPr>
          <p:cNvSpPr/>
          <p:nvPr/>
        </p:nvSpPr>
        <p:spPr>
          <a:xfrm>
            <a:off x="927743" y="1433450"/>
            <a:ext cx="1717202" cy="726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Public opinion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DA4A5DB-1BB4-D74A-6FEE-EC9931CF4C09}"/>
              </a:ext>
            </a:extLst>
          </p:cNvPr>
          <p:cNvCxnSpPr>
            <a:cxnSpLocks/>
          </p:cNvCxnSpPr>
          <p:nvPr/>
        </p:nvCxnSpPr>
        <p:spPr>
          <a:xfrm flipH="1" flipV="1">
            <a:off x="4726895" y="755306"/>
            <a:ext cx="1119543" cy="778254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8AC07F0B-05A4-CA65-855F-FFDF537DD8BB}"/>
              </a:ext>
            </a:extLst>
          </p:cNvPr>
          <p:cNvSpPr/>
          <p:nvPr/>
        </p:nvSpPr>
        <p:spPr>
          <a:xfrm>
            <a:off x="5095706" y="1433450"/>
            <a:ext cx="1717202" cy="726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Sanctions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DDF2D3D-8D5A-9CF4-F290-8F8A4858F302}"/>
              </a:ext>
            </a:extLst>
          </p:cNvPr>
          <p:cNvCxnSpPr>
            <a:cxnSpLocks/>
          </p:cNvCxnSpPr>
          <p:nvPr/>
        </p:nvCxnSpPr>
        <p:spPr>
          <a:xfrm flipH="1" flipV="1">
            <a:off x="4726895" y="3580363"/>
            <a:ext cx="970125" cy="762422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7132AA1-1E24-A42E-3F06-D89B7F118836}"/>
              </a:ext>
            </a:extLst>
          </p:cNvPr>
          <p:cNvCxnSpPr>
            <a:cxnSpLocks/>
          </p:cNvCxnSpPr>
          <p:nvPr/>
        </p:nvCxnSpPr>
        <p:spPr>
          <a:xfrm flipV="1">
            <a:off x="2041600" y="3580363"/>
            <a:ext cx="970125" cy="762422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2936B03-BF2A-3F8D-AC90-AF252EF516A7}"/>
              </a:ext>
            </a:extLst>
          </p:cNvPr>
          <p:cNvSpPr/>
          <p:nvPr/>
        </p:nvSpPr>
        <p:spPr>
          <a:xfrm>
            <a:off x="5095706" y="4295563"/>
            <a:ext cx="1717202" cy="7261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Resource scarcity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FC4B9-71A5-DF0C-D652-D2D2487ACE01}"/>
              </a:ext>
            </a:extLst>
          </p:cNvPr>
          <p:cNvSpPr/>
          <p:nvPr/>
        </p:nvSpPr>
        <p:spPr>
          <a:xfrm>
            <a:off x="927743" y="4295563"/>
            <a:ext cx="1717202" cy="7261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Large-game hunting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99C6D49-3289-5247-BC0D-376900CDC1F0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2041600" y="5016753"/>
            <a:ext cx="970124" cy="747660"/>
          </a:xfrm>
          <a:prstGeom prst="line">
            <a:avLst/>
          </a:prstGeom>
          <a:ln w="3492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3FAC93F-AB39-C830-AC38-E990FCB3CE2E}"/>
              </a:ext>
            </a:extLst>
          </p:cNvPr>
          <p:cNvSpPr txBox="1"/>
          <p:nvPr/>
        </p:nvSpPr>
        <p:spPr>
          <a:xfrm>
            <a:off x="520996" y="372280"/>
            <a:ext cx="19127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  <a:latin typeface="Helvetica" pitchFamily="2" charset="0"/>
              </a:rPr>
              <a:t>Endogenous factors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B0E4B71-5697-EF75-952C-E7CC1BD79B15}"/>
              </a:ext>
            </a:extLst>
          </p:cNvPr>
          <p:cNvSpPr txBox="1"/>
          <p:nvPr/>
        </p:nvSpPr>
        <p:spPr>
          <a:xfrm>
            <a:off x="5433237" y="5816150"/>
            <a:ext cx="1794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Exogenous factors</a:t>
            </a:r>
          </a:p>
        </p:txBody>
      </p:sp>
    </p:spTree>
    <p:extLst>
      <p:ext uri="{BB962C8B-B14F-4D97-AF65-F5344CB8AC3E}">
        <p14:creationId xmlns:p14="http://schemas.microsoft.com/office/powerpoint/2010/main" val="3082717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457</TotalTime>
  <Words>16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9</cp:revision>
  <cp:lastPrinted>2026-05-11T16:14:20Z</cp:lastPrinted>
  <dcterms:created xsi:type="dcterms:W3CDTF">2026-02-26T09:10:34Z</dcterms:created>
  <dcterms:modified xsi:type="dcterms:W3CDTF">2026-05-11T16:14:32Z</dcterms:modified>
</cp:coreProperties>
</file>